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Y347G2gvsDAVRaqW1Sf63FMe7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be22ffec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be22ffe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1be22ffec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c650e50a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c650e50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1c650e50a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29dde4b66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29dde4b6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129dde4b66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FDFDFD"/>
            </a:gs>
            <a:gs pos="74000">
              <a:srgbClr val="EFEFEF"/>
            </a:gs>
            <a:gs pos="83000">
              <a:srgbClr val="EFEFEF"/>
            </a:gs>
            <a:gs pos="100000">
              <a:srgbClr val="F4F4F4"/>
            </a:gs>
          </a:gsLst>
          <a:lin ang="16200000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914400" y="12954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914400" y="2819400"/>
            <a:ext cx="10363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  <a:defRPr sz="2200">
                <a:solidFill>
                  <a:srgbClr val="888888"/>
                </a:solidFill>
              </a:defRPr>
            </a:lvl1pPr>
            <a:lvl2pPr lvl="1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609600" y="9144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40"/>
              <a:buChar char="-"/>
              <a:defRPr/>
            </a:lvl2pPr>
            <a:lvl3pPr indent="-2286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lumn">
  <p:cSld name="Title and Colum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609600" y="914400"/>
            <a:ext cx="6197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/>
            </a:lvl1pPr>
            <a:lvl2pPr indent="-32004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40"/>
              <a:buChar char="-"/>
              <a:defRPr/>
            </a:lvl2pPr>
            <a:lvl3pPr indent="-2286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FDFDFD"/>
            </a:gs>
            <a:gs pos="74000">
              <a:srgbClr val="EFEFEF"/>
            </a:gs>
            <a:gs pos="83000">
              <a:srgbClr val="EFEFEF"/>
            </a:gs>
            <a:gs pos="100000">
              <a:srgbClr val="F4F4F4"/>
            </a:gs>
          </a:gsLst>
          <a:lin ang="16200000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1371601"/>
            <a:ext cx="11074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609600" y="2895601"/>
            <a:ext cx="11074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/>
          <p:nvPr/>
        </p:nvSpPr>
        <p:spPr>
          <a:xfrm>
            <a:off x="1422400" y="6248400"/>
            <a:ext cx="304800" cy="628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5" name="Google Shape;35;p14"/>
          <p:cNvSpPr/>
          <p:nvPr/>
        </p:nvSpPr>
        <p:spPr>
          <a:xfrm>
            <a:off x="1422400" y="6248400"/>
            <a:ext cx="304800" cy="628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Sample">
  <p:cSld name="Code Samp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609600" y="228600"/>
            <a:ext cx="109728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609600" y="762000"/>
            <a:ext cx="109728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700">
                <a:latin typeface="Consolas"/>
                <a:ea typeface="Consolas"/>
                <a:cs typeface="Consolas"/>
                <a:sym typeface="Consolas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latin typeface="Consolas"/>
                <a:ea typeface="Consolas"/>
                <a:cs typeface="Consolas"/>
                <a:sym typeface="Consolas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onsolas"/>
                <a:ea typeface="Consolas"/>
                <a:cs typeface="Consolas"/>
                <a:sym typeface="Consolas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Consolas"/>
                <a:ea typeface="Consolas"/>
                <a:cs typeface="Consolas"/>
                <a:sym typeface="Consola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">
  <p:cSld name="Video">
    <p:bg>
      <p:bgPr>
        <a:gradFill>
          <a:gsLst>
            <a:gs pos="0">
              <a:srgbClr val="545454"/>
            </a:gs>
            <a:gs pos="23000">
              <a:srgbClr val="545454"/>
            </a:gs>
            <a:gs pos="69000">
              <a:srgbClr val="474747"/>
            </a:gs>
            <a:gs pos="97000">
              <a:srgbClr val="424242"/>
            </a:gs>
            <a:gs pos="100000">
              <a:srgbClr val="42424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615576" y="5486400"/>
            <a:ext cx="10972800" cy="71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80"/>
              <a:buNone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988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80"/>
              <a:buChar char="-"/>
              <a:defRPr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609600" y="5486400"/>
            <a:ext cx="10972800" cy="71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09880" lvl="1" marL="9144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80"/>
              <a:buChar char="-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34290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 b="1" i="0" sz="2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9144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-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youtu.be/rxu4KICLqa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>
            <p:ph type="ctrTitle"/>
          </p:nvPr>
        </p:nvSpPr>
        <p:spPr>
          <a:xfrm>
            <a:off x="703525" y="650325"/>
            <a:ext cx="10896600" cy="14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en-CA"/>
              <a:t>Group 22 - Kelowna grocery deals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</a:pPr>
            <a:r>
              <a:rPr lang="en-CA"/>
              <a:t>Presentation</a:t>
            </a:r>
            <a:endParaRPr/>
          </a:p>
        </p:txBody>
      </p:sp>
      <p:sp>
        <p:nvSpPr>
          <p:cNvPr id="52" name="Google Shape;52;p1"/>
          <p:cNvSpPr txBox="1"/>
          <p:nvPr>
            <p:ph idx="1" type="subTitle"/>
          </p:nvPr>
        </p:nvSpPr>
        <p:spPr>
          <a:xfrm>
            <a:off x="685800" y="3611526"/>
            <a:ext cx="4267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CA"/>
              <a:t>Naman Arora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CA"/>
              <a:t>Misha Gavura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CA"/>
              <a:t>Ritvik Khurana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CA"/>
              <a:t>Luis Wen</a:t>
            </a:r>
            <a:endParaRPr/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703525" y="6002400"/>
            <a:ext cx="437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November 6, 2024</a:t>
            </a:r>
            <a:endParaRPr b="0" i="0" sz="18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711" y="415025"/>
            <a:ext cx="3084764" cy="636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r>
              <a:rPr lang="en-CA" sz="2600"/>
              <a:t>Task 1 - </a:t>
            </a:r>
            <a:r>
              <a:rPr lang="en-CA" sz="2600"/>
              <a:t>Price</a:t>
            </a:r>
            <a:r>
              <a:rPr b="0" lang="en-CA"/>
              <a:t> </a:t>
            </a:r>
            <a:r>
              <a:rPr lang="en-CA" sz="2600"/>
              <a:t>Comparison</a:t>
            </a:r>
            <a:endParaRPr sz="2600"/>
          </a:p>
        </p:txBody>
      </p:sp>
      <p:sp>
        <p:nvSpPr>
          <p:cNvPr id="61" name="Google Shape;61;p3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62" name="Google Shape;62;p3"/>
          <p:cNvSpPr txBox="1"/>
          <p:nvPr>
            <p:ph idx="1" type="body"/>
          </p:nvPr>
        </p:nvSpPr>
        <p:spPr>
          <a:xfrm>
            <a:off x="609600" y="914400"/>
            <a:ext cx="10972800" cy="5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2200"/>
              <a:t>Allow users to search for a product and view comparative prices across various stores. This task focuses on helping users quickly see the best prices.</a:t>
            </a:r>
            <a:endParaRPr sz="2200"/>
          </a:p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/>
          </a:p>
        </p:txBody>
      </p:sp>
      <p:pic>
        <p:nvPicPr>
          <p:cNvPr id="63" name="Google Shape;6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00" y="1806925"/>
            <a:ext cx="2253461" cy="46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200" y="1741650"/>
            <a:ext cx="2306550" cy="48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9400" y="1727426"/>
            <a:ext cx="2253450" cy="473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r>
              <a:rPr lang="en-CA" sz="2600"/>
              <a:t>Task 2 - </a:t>
            </a:r>
            <a:r>
              <a:rPr lang="en-CA" sz="2600"/>
              <a:t>Filtering </a:t>
            </a:r>
            <a:endParaRPr sz="2600"/>
          </a:p>
        </p:txBody>
      </p:sp>
      <p:sp>
        <p:nvSpPr>
          <p:cNvPr id="71" name="Google Shape;71;p4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609600" y="914400"/>
            <a:ext cx="10972800" cy="5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200"/>
              <a:t>Enable users to filter items by criteria such as category, discount percentage, </a:t>
            </a:r>
            <a:r>
              <a:rPr lang="en-CA" sz="2200"/>
              <a:t>lowest price, and </a:t>
            </a:r>
            <a:r>
              <a:rPr lang="en-CA" sz="2200"/>
              <a:t>maximum price.</a:t>
            </a:r>
            <a:endParaRPr sz="2200"/>
          </a:p>
        </p:txBody>
      </p:sp>
      <p:pic>
        <p:nvPicPr>
          <p:cNvPr id="73" name="Google Shape;7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225" y="1738500"/>
            <a:ext cx="2272550" cy="48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050" y="1738500"/>
            <a:ext cx="2336436" cy="47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5751" y="1584200"/>
            <a:ext cx="2384325" cy="49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r>
              <a:rPr lang="en-CA" sz="2600"/>
              <a:t>Task 3 - Notification Setup Screen</a:t>
            </a:r>
            <a:endParaRPr sz="2600"/>
          </a:p>
        </p:txBody>
      </p:sp>
      <p:sp>
        <p:nvSpPr>
          <p:cNvPr id="81" name="Google Shape;81;p5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609600" y="886575"/>
            <a:ext cx="10972800" cy="5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r>
              <a:rPr lang="en-CA" sz="2600"/>
              <a:t>Users can select specific items or categories to follow for deals and set frequency preferences for notification</a:t>
            </a:r>
            <a:r>
              <a:rPr b="1" lang="en-CA" sz="2600"/>
              <a:t>s.</a:t>
            </a:r>
            <a:endParaRPr sz="2200"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/>
          </a:p>
        </p:txBody>
      </p:sp>
      <p:pic>
        <p:nvPicPr>
          <p:cNvPr id="83" name="Google Shape;8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872" y="1803925"/>
            <a:ext cx="2280200" cy="505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1525" y="1803925"/>
            <a:ext cx="2397150" cy="505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</a:pPr>
            <a:r>
              <a:rPr lang="en-CA" sz="2600"/>
              <a:t>Task 4</a:t>
            </a:r>
            <a:r>
              <a:rPr lang="en-CA" sz="2600"/>
              <a:t> - Store Inventory Updates</a:t>
            </a:r>
            <a:endParaRPr sz="2600"/>
          </a:p>
        </p:txBody>
      </p:sp>
      <p:sp>
        <p:nvSpPr>
          <p:cNvPr id="90" name="Google Shape;90;p6"/>
          <p:cNvSpPr txBox="1"/>
          <p:nvPr>
            <p:ph idx="12" type="sldNum"/>
          </p:nvPr>
        </p:nvSpPr>
        <p:spPr>
          <a:xfrm>
            <a:off x="10972800" y="6340476"/>
            <a:ext cx="609600" cy="44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609600" y="914400"/>
            <a:ext cx="10972800" cy="5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2200"/>
              <a:t>This task is designed for store managers, allowing them to easily update their store’s inventory and pricing in real-time.</a:t>
            </a:r>
            <a:endParaRPr sz="2200"/>
          </a:p>
        </p:txBody>
      </p:sp>
      <p:pic>
        <p:nvPicPr>
          <p:cNvPr id="92" name="Google Shape;9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400" y="1855375"/>
            <a:ext cx="2318075" cy="47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900" y="1890138"/>
            <a:ext cx="2204208" cy="469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9474" y="1704013"/>
            <a:ext cx="2446900" cy="506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8425" y="1523574"/>
            <a:ext cx="2446900" cy="525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e22ffecc_0_0"/>
          <p:cNvSpPr txBox="1"/>
          <p:nvPr>
            <p:ph type="title"/>
          </p:nvPr>
        </p:nvSpPr>
        <p:spPr>
          <a:xfrm>
            <a:off x="609600" y="228600"/>
            <a:ext cx="10972800" cy="151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/>
              <a:t>Demo of prototype</a:t>
            </a:r>
            <a:endParaRPr sz="2900"/>
          </a:p>
        </p:txBody>
      </p:sp>
      <p:sp>
        <p:nvSpPr>
          <p:cNvPr id="102" name="Google Shape;102;g31be22ffecc_0_0"/>
          <p:cNvSpPr txBox="1"/>
          <p:nvPr>
            <p:ph idx="12" type="sldNum"/>
          </p:nvPr>
        </p:nvSpPr>
        <p:spPr>
          <a:xfrm>
            <a:off x="10972800" y="6340476"/>
            <a:ext cx="609600" cy="44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3" name="Google Shape;103;g31be22ffecc_0_0"/>
          <p:cNvSpPr txBox="1"/>
          <p:nvPr>
            <p:ph idx="1" type="body"/>
          </p:nvPr>
        </p:nvSpPr>
        <p:spPr>
          <a:xfrm>
            <a:off x="609600" y="2189950"/>
            <a:ext cx="10972800" cy="398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hlink"/>
                </a:solidFill>
                <a:hlinkClick r:id="rId3"/>
              </a:rPr>
              <a:t>https://youtu.be/rxu4KICLqac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c650e50a6_0_0"/>
          <p:cNvSpPr txBox="1"/>
          <p:nvPr>
            <p:ph type="title"/>
          </p:nvPr>
        </p:nvSpPr>
        <p:spPr>
          <a:xfrm>
            <a:off x="609600" y="228600"/>
            <a:ext cx="10972800" cy="533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Heuristic evaluations</a:t>
            </a:r>
            <a:endParaRPr/>
          </a:p>
        </p:txBody>
      </p:sp>
      <p:sp>
        <p:nvSpPr>
          <p:cNvPr id="110" name="Google Shape;110;g31c650e50a6_0_0"/>
          <p:cNvSpPr txBox="1"/>
          <p:nvPr>
            <p:ph idx="12" type="sldNum"/>
          </p:nvPr>
        </p:nvSpPr>
        <p:spPr>
          <a:xfrm>
            <a:off x="10972800" y="6340476"/>
            <a:ext cx="609600" cy="44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11" name="Google Shape;111;g31c650e50a6_0_0"/>
          <p:cNvSpPr txBox="1"/>
          <p:nvPr>
            <p:ph idx="1" type="body"/>
          </p:nvPr>
        </p:nvSpPr>
        <p:spPr>
          <a:xfrm>
            <a:off x="609600" y="914400"/>
            <a:ext cx="109728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▪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Recognition Rather Than Recall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Missing visual cues or icons to ease usage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Consistency and Standards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Consistent design throughout the app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▪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Help and Documentation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2004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-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Lack of helpful information that indicates how the interface works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▪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Error Prevention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-"/>
            </a:pPr>
            <a:r>
              <a:rPr b="1" lang="en-CA">
                <a:latin typeface="Arial"/>
                <a:ea typeface="Arial"/>
                <a:cs typeface="Arial"/>
                <a:sym typeface="Arial"/>
              </a:rPr>
              <a:t>Minimize the chances of users making mistakes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29dde4b66_2_0"/>
          <p:cNvSpPr txBox="1"/>
          <p:nvPr>
            <p:ph type="title"/>
          </p:nvPr>
        </p:nvSpPr>
        <p:spPr>
          <a:xfrm>
            <a:off x="558750" y="579176"/>
            <a:ext cx="11074500" cy="1362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Q&amp;A</a:t>
            </a:r>
            <a:endParaRPr sz="3600"/>
          </a:p>
        </p:txBody>
      </p:sp>
      <p:sp>
        <p:nvSpPr>
          <p:cNvPr id="118" name="Google Shape;118;g3129dde4b66_2_0"/>
          <p:cNvSpPr txBox="1"/>
          <p:nvPr>
            <p:ph idx="12" type="sldNum"/>
          </p:nvPr>
        </p:nvSpPr>
        <p:spPr>
          <a:xfrm>
            <a:off x="10972800" y="6340476"/>
            <a:ext cx="609600" cy="44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ctures (2017)">
  <a:themeElements>
    <a:clrScheme name="Lecture Notes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9FE13C"/>
      </a:accent2>
      <a:accent3>
        <a:srgbClr val="8AAFF6"/>
      </a:accent3>
      <a:accent4>
        <a:srgbClr val="808080"/>
      </a:accent4>
      <a:accent5>
        <a:srgbClr val="5F5F5F"/>
      </a:accent5>
      <a:accent6>
        <a:srgbClr val="4D4D4D"/>
      </a:accent6>
      <a:hlink>
        <a:srgbClr val="1959EA"/>
      </a:hlink>
      <a:folHlink>
        <a:srgbClr val="1959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2013-03-27T01:26:40Z</dcterms:created>
  <dc:creator>mkhasan</dc:creator>
</cp:coreProperties>
</file>